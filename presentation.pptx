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🏪  Retail Supply Chain Optimization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FF"/>
                </a:solidFill>
              </a:rPr>
              <a:t>Multi-Agent Agentic AI System for Enterprise Retail Decision-Making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DD8E6"/>
                </a:solidFill>
              </a:rPr>
              <a:t>Powered by Claude claude-sonnet-4-6  ·  LangGraph  ·  Streamlit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DD8E6"/>
                </a:solidFill>
              </a:rPr>
              <a:t>Interview Kickstart — Agentic AI Capstone Project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Problem: Decisions Don't Live in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Every supply chain decision cascades across 5 domains simultaneously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4389120"/>
          </a:xfrm>
          <a:prstGeom prst="rect">
            <a:avLst/>
          </a:prstGeom>
          <a:solidFill>
            <a:srgbClr val="F0F4FF"/>
          </a:solidFill>
          <a:ln w="9525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1CE"/>
                </a:solidFill>
              </a:rPr>
              <a:t>A 10% diaper price increase triggers: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</a:rPr>
              <a:t>  📉  -14% demand volume (elasticity = -1.4)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</a:rPr>
              <a:t>  📦  Replenishment PO recalculation across 4 DCs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</a:rPr>
              <a:t>  🚛  Carrier load change in SE and MW regions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</a:rPr>
              <a:t>  💰  Margin shift after vendor trade dollar netting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</a:rPr>
              <a:t>  ⚠️   Potential conflict with active promotions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4389120"/>
          </a:xfrm>
          <a:prstGeom prst="rect">
            <a:avLst/>
          </a:prstGeom>
          <a:solidFill>
            <a:srgbClr val="FFF3CD"/>
          </a:solidFill>
          <a:ln w="952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56404"/>
                </a:solidFill>
              </a:rPr>
              <a:t>Why this matters: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5212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A3C00"/>
                </a:solidFill>
              </a:rPr>
              <a:t>→  Human expert: 2–4 hours per decision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A3C00"/>
                </a:solidFill>
              </a:rPr>
              <a:t>→  This system: seconds, fully connected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A3C00"/>
                </a:solidFill>
              </a:rPr>
              <a:t>→  Pricing ↔ Demand ↔ Inventory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A3C00"/>
                </a:solidFill>
              </a:rPr>
              <a:t>→  Supply Chain ↔ Finance — all linked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A3C00"/>
                </a:solidFill>
              </a:rPr>
              <a:t>→  $1B+ decisions made daily in retail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760720"/>
            <a:ext cx="11430000" cy="6400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$1B+ revenue decisions in retail require connected, real-time AI reasoning — not spreadsheets.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Two pipelines · 17 tools · 11-tab Streamlit UI · Deployed on Streamlit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303520" cy="2377440"/>
          </a:xfrm>
          <a:prstGeom prst="rect">
            <a:avLst/>
          </a:prstGeom>
          <a:solidFill>
            <a:srgbClr val="CCE5FF"/>
          </a:solidFill>
          <a:ln w="9525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1CE"/>
                </a:solidFill>
              </a:rPr>
              <a:t>V1 — Agentic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Single Claude claude-sonnet-4-6 agent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All 17 tools available simultaneously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Adaptive iterations: 6 / 10 / 20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History summarization at 12 messages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Configurable via sidebar slider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280160"/>
            <a:ext cx="5806440" cy="2377440"/>
          </a:xfrm>
          <a:prstGeom prst="rect">
            <a:avLst/>
          </a:prstGeom>
          <a:solidFill>
            <a:srgbClr val="D4EDDA"/>
          </a:solidFill>
          <a:ln w="9525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371600"/>
            <a:ext cx="5532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A745"/>
                </a:solidFill>
              </a:rPr>
              <a:t>V2 — LangGraph Multi-Agent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783080"/>
            <a:ext cx="5532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12 specialist nodes in directed graph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Router → Domain Nodes → Synthesizer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Each node: curated tools + focused prompt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Node-by-node execution trace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✓  Conditional edges per intent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94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1CE"/>
                </a:solidFill>
              </a:rPr>
              <a:t>17 Operational Tools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160520"/>
            <a:ext cx="2139696" cy="2331720"/>
          </a:xfrm>
          <a:prstGeom prst="rect">
            <a:avLst/>
          </a:prstGeom>
          <a:solidFill>
            <a:srgbClr val="CCE5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4206240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Pricing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52628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C757D"/>
                </a:solidFill>
              </a:rPr>
              <a:t>simulate_price_change
get_competitive_pricing
adjust_promotional_price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8608" y="4160520"/>
            <a:ext cx="2139696" cy="2331720"/>
          </a:xfrm>
          <a:prstGeom prst="rect">
            <a:avLst/>
          </a:prstGeom>
          <a:solidFill>
            <a:srgbClr val="D4EDD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4206240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Demand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52628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C757D"/>
                </a:solidFill>
              </a:rPr>
              <a:t>get_demand_forecast
get_forecast_accuracy
analyze_demand_variables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91456" y="4160520"/>
            <a:ext cx="2139696" cy="2331720"/>
          </a:xfrm>
          <a:prstGeom prst="rect">
            <a:avLst/>
          </a:prstGeom>
          <a:solidFill>
            <a:srgbClr val="FFF3CD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4206240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Inventory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52628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C757D"/>
                </a:solidFill>
              </a:rPr>
              <a:t>get_inventory_levels
calculate_stockout_risk
get_reorder_recommendations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4304" y="4160520"/>
            <a:ext cx="2139696" cy="2331720"/>
          </a:xfrm>
          <a:prstGeom prst="rect">
            <a:avLst/>
          </a:prstGeom>
          <a:solidFill>
            <a:srgbClr val="F8D7D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7456" y="4206240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Supply 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77456" y="452628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C757D"/>
                </a:solidFill>
              </a:rPr>
              <a:t>get_carrier_status
find_alternate_carriers
get_dc_inventory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17152" y="4160520"/>
            <a:ext cx="2139696" cy="2331720"/>
          </a:xfrm>
          <a:prstGeom prst="rect">
            <a:avLst/>
          </a:prstGeom>
          <a:solidFill>
            <a:srgbClr val="E8D5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0304" y="4206240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Finance &amp; Scenario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452628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C757D"/>
                </a:solidFill>
              </a:rPr>
              <a:t>calculate_revenue_impact
calculate_carrying_cost
detect_scenario_conflicts
compare_scenarios
get_replenishment_schedule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LangGraph V2 routing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1A1A2E"/>
                </a:solidFill>
                <a:latin typeface="Courier New"/>
              </a:rPr>
              <a:t>                    USER QUERY
                         │
                         ▼
               ┌──────────────────┐
               │     ROUTER       │  classifies intent, extracts SKU + entities
               └──────┬───────────┘
                      │
      ┌───────────┬───┴────────┬───────────┬──────────────┐
      ▼           ▼            ▼           ▼              ▼
  Price        Supply      Demand      Scenario      Shelf
  Cascade    Disruption   Forecast    Planning    Replenishment
      │           │            │                       │
      ▼           ▼            ▼                       ▼
  Inventory   Carrier      Accuracy               Perishable
  Node        Node         Gate                   Check
      │           │            │                       │
      └─────────┐ │ ┌──────────┘                       │
                ▼ ▼ ▼                                   │
           Financial                                    │
           Impact                                       │
                └───────────────┬───────────────────────┘
                                ▼
                       ┌────────────────┐
                       │  SYNTHESIZER   │  merges all node outputs
                       └────────┬───────┘
                                ▼
                               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17 Production-Grade Edge Cases Handled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3810000" cy="461772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3718560" cy="416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75760" y="1234440"/>
            <a:ext cx="3810000" cy="461772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21480" y="1280160"/>
            <a:ext cx="3718560" cy="416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Behavior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85760" y="1234440"/>
            <a:ext cx="3810000" cy="461772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31480" y="1280160"/>
            <a:ext cx="3718560" cy="416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6212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732788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Asymmetric price elasticity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75760" y="1696212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1480" y="1732788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Tobacco/diapers recover 40–70% on price cuts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5760" y="1696212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1480" y="1732788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Prevents over-optimistic promo ROI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57984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194560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Perishable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5760" y="2157984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1480" y="2194560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Dairy orders hard-capped at 3 days supply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5760" y="2157984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31480" y="2194560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Eliminates markdown waste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19756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656332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Regional carrier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75760" y="2619756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21480" y="2656332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SE has only TruckCo D for diapers (+45%)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85760" y="2619756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1480" y="2656332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Surfaces hidden cost 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081528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118104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Forecast accuracy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75760" y="3081528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1480" y="3118104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&lt;60% accuracy blocks PO system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85760" y="3081528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31480" y="3118104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Prevents bad-data-driven orders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543300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579876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CI widening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5760" y="3543300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21480" y="3579876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+15% per 4-week horizon period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85760" y="3543300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31480" y="3579876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Honest uncertainty at 8 weeks: ±30%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05072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4041648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VMI exclusion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75760" y="4005072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21480" y="4041648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Vendor-managed inventory excl. from carrying cost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85760" y="4005072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31480" y="4041648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Accurate cost reporting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66844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503420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Vendor trade netting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75760" y="4466844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21480" y="4503420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Subsidies netted before margin reporting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85760" y="4466844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31480" y="4503420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True promo profitability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928616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965192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Replenishment lag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75760" y="4928616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21480" y="4965192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3–4 days + 30% chance of +3 extra days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85760" y="4928616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31480" y="4965192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Realistic lead time planning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390388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5426964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Scenario conflict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75760" y="5390388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21480" y="5426964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Promo + supply disruption = CRITICAL flag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85760" y="5390388"/>
            <a:ext cx="3810000" cy="4617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31480" y="5426964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Prevents simultaneous blunders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852160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5888736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Data provenance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75760" y="5852160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21480" y="5888736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OLAP (24h) vs WMS (15min) freshness warning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85760" y="5852160"/>
            <a:ext cx="3810000" cy="4617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31480" y="5888736"/>
            <a:ext cx="37185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Right data for right decision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Scenario: Carrier Strike + Promotion Conflict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The system detects CRITICAL conflict and recommends deferring the promotion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731520"/>
          </a:xfrm>
          <a:prstGeom prst="rect">
            <a:avLst/>
          </a:prstGeom>
          <a:solidFill>
            <a:srgbClr val="FFF3CD"/>
          </a:solidFill>
          <a:ln w="952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56404"/>
                </a:solidFill>
              </a:rPr>
              <a:t>⚠️  TruckCo B (diapers, SE + MW) on strike · Category manager wants 10% promo price cut on HUG48-3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2560320" cy="658368"/>
          </a:xfrm>
          <a:prstGeom prst="rect">
            <a:avLst/>
          </a:prstGeom>
          <a:solidFill>
            <a:srgbClr val="DC3545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128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1. Conflict Detection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103120"/>
            <a:ext cx="8823960" cy="65836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2212848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CRITICAL: Promo creates +14% demand surge while supply is constrained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07792"/>
            <a:ext cx="2560320" cy="658368"/>
          </a:xfrm>
          <a:prstGeom prst="rect">
            <a:avLst/>
          </a:prstGeom>
          <a:solidFill>
            <a:srgbClr val="DC3545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2. Regional Gap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2907792"/>
            <a:ext cx="8823960" cy="65836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30175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SE has NO diaper carrier except TruckCo D — at +45% cost premium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12464"/>
            <a:ext cx="2560320" cy="658368"/>
          </a:xfrm>
          <a:prstGeom prst="rect">
            <a:avLst/>
          </a:prstGeom>
          <a:solidFill>
            <a:srgbClr val="F39C12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3. Days-of-Supply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3712464"/>
            <a:ext cx="8823960" cy="65836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38221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DC-SE hits safety stock threshold in 4 days without alternate carrier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17136"/>
            <a:ext cx="2560320" cy="658368"/>
          </a:xfrm>
          <a:prstGeom prst="rect">
            <a:avLst/>
          </a:prstGeom>
          <a:solidFill>
            <a:srgbClr val="F39C12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2686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4. Financial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4517136"/>
            <a:ext cx="8823960" cy="65836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4626864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Revenue-at-risk: ~$890K over 14-day strike window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321808"/>
            <a:ext cx="2560320" cy="658368"/>
          </a:xfrm>
          <a:prstGeom prst="rect">
            <a:avLst/>
          </a:prstGeom>
          <a:solidFill>
            <a:srgbClr val="28A745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4315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5. Recommendation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5321808"/>
            <a:ext cx="8823960" cy="65836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3153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Defer promotion until carrier restored OR pre-build DC-SE inventory now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172200"/>
            <a:ext cx="11430000" cy="50292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❌  Proceed with promotion = stockout risk in SE within 4 days + 45% carrier premium eating all promo margin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Scenario: Full Price Cascade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Query: "Raise HUG48-3 diaper price from $12.99 to $14.49 — simulate full cascade"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810000" cy="576072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371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75760" y="1234440"/>
            <a:ext cx="3810000" cy="576072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1480" y="1280160"/>
            <a:ext cx="371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985760" y="1234440"/>
            <a:ext cx="3810000" cy="576072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1480" y="1280160"/>
            <a:ext cx="371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Numbers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10512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47088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Price 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5760" y="1810512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1480" y="1847088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Unit price increases +$1.50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5760" y="1810512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1480" y="1847088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$12.99 → $14.49  (+11.5%)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386584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423160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Demand impact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5760" y="2386584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1480" y="2423160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Elasticity = -1.4 applied to price increase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85760" y="2386584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1480" y="2423160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-16.1% volume drop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62656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999232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Asymmetric 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75760" y="2962656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1480" y="2999232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Recovery factor = 0.70 logged for future reversal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85760" y="2962656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1480" y="2999232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Applies only to price cuts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538728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575304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PO recalculation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75760" y="3538728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1480" y="3575304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Lower demand signal → smaller replenishment orders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85760" y="3538728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1480" y="3575304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-16% PO quantity across DCs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114800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151376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Margin impact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5760" y="4114800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21480" y="4151376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Higher price × lower volume — net effect calculated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85760" y="4114800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31480" y="4151376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+4.2% net revenue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90872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727448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Vendor trade netting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75760" y="4690872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21480" y="4727448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8% vendor subsidy on promos only — not triggered here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85760" y="4690872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1480" y="4727448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No promo subsidy applied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266944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303520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Carrying cost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75760" y="5266944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21480" y="5303520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Fewer owned units reduces inventory holding cost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85760" y="5266944"/>
            <a:ext cx="3810000" cy="576072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31480" y="5303520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-$12K annual carrying cost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43016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879592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Recommendation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75760" y="5843016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21480" y="5879592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Price increase accretive — carrier capacity headroom exists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85760" y="5843016"/>
            <a:ext cx="38100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31480" y="5879592"/>
            <a:ext cx="371856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✅ Recommend proceed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11-Tab Streamlit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Every tab is powered by the same mock data and tool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61872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16736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📊  Dashboard  —  Live carrier status chips, DC inventory KPIs, strike timeline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261872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316736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💬  Chat  —  Streaming V1/V2 agent with live tool tracking + node trace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261872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316736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🔺  Price Cascade  —  Price change → demand → PO → financial waterfall chart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60220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15084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🚛  Supply Alert  —  Carrier strike → stockout bars → alternate carrier 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760220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15084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📈  Demand Forecast  —  8-week fan chart with CI widening + 15 variable contributions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1760220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1815084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⚖️  Scenario Planner  —  3-scenario side-by-side comparison + conflict detection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58568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13432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🏬  Shelf &amp; Store  —  Replenishment Gantt + perishable cap + planogram check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258568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2313432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💰  Financial Impact  —  P&amp;L waterfall: revenue → margin → trade → VMI → 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2258568"/>
            <a:ext cx="3566160" cy="452628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313432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🗄️  Data Sources  —  Provenance tracker — WMS vs OLAP freshness comparison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756916"/>
            <a:ext cx="3566160" cy="452628"/>
          </a:xfrm>
          <a:prstGeom prst="rect">
            <a:avLst/>
          </a:prstGeom>
          <a:solidFill>
            <a:srgbClr val="CCE5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811780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🔄  Workflow  —  Step-by-step integrated scenario builder + ripple timeline (NEW)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2756916"/>
            <a:ext cx="3566160" cy="452628"/>
          </a:xfrm>
          <a:prstGeom prst="rect">
            <a:avLst/>
          </a:prstGeom>
          <a:solidFill>
            <a:srgbClr val="CCE5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2811780"/>
            <a:ext cx="34747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🗺️  Flow Map  —  LangGraph DAG with live green/gray execution trace (NEW)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3796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71CE"/>
                </a:solidFill>
              </a:rPr>
              <a:t>Blue tabs = new in this release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Was Achieved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Technical + business capabilities delivered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394960" cy="5303520"/>
          </a:xfrm>
          <a:prstGeom prst="rect">
            <a:avLst/>
          </a:prstGeom>
          <a:solidFill>
            <a:srgbClr val="F0F4FF"/>
          </a:solidFill>
          <a:ln w="9525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1CE"/>
                </a:solidFill>
              </a:rPr>
              <a:t>Technical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Full multi-agent agentic loop (V1)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LangGraph 12-node directed graph (V2)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17 domain tools with realistic mock data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Asymmetric elasticity modeling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Scenario conflict detection engine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Data provenance tracking (OLAP/WMS/OLTP)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Context window management (12-msg threshold)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Streaming UI with live tool tracking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Deployed on Streamlit Community Cloud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GitHub repository with full documentation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40680" cy="5303520"/>
          </a:xfrm>
          <a:prstGeom prst="rect">
            <a:avLst/>
          </a:prstGeom>
          <a:solidFill>
            <a:srgbClr val="D4EDDA"/>
          </a:solidFill>
          <a:ln w="9525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2588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A745"/>
                </a:solidFill>
              </a:rPr>
              <a:t>Business Logic Achievements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91640"/>
            <a:ext cx="5166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Price → demand → PO → financial cascade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Regional carrier gap detection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Perishable inventory capping (3-day hard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Vendor trade dollar netting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VMI exclusion from carrying costs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Forecast accuracy gating (60% floor)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Multi-scenario comparison with ranking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Replenishment chain lag modeling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Planogram overflow handling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2E"/>
                </a:solidFill>
              </a:rPr>
              <a:t>✅  GUIDE.md specialist decision-maker reference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234440"/>
            <a:ext cx="45720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3474720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C757D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V1 vs V2 Pipeline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Same tools and data layer — different reasoning architectures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810000" cy="630936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3718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75760" y="1234440"/>
            <a:ext cx="3810000" cy="630936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1480" y="1280160"/>
            <a:ext cx="3718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V1 — Agentic 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7985760" y="1234440"/>
            <a:ext cx="3810000" cy="630936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1480" y="1280160"/>
            <a:ext cx="3718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V2 — LangGraph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65376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01952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5760" y="1865376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1480" y="1901952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Single agent, all 17 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5760" y="1865376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1480" y="1901952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12 specialist nodes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496312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532888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Reasoning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5760" y="2496312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1480" y="2532888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Autonomous tool selection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85760" y="2496312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1480" y="2532888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Structured routing by intent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163824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Auditability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75760" y="3127248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1480" y="3163824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Tool call list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85760" y="3127248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1480" y="3163824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Node-by-node execution trace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758184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794760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Latency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75760" y="3758184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1480" y="3794760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Faster for simple queries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85760" y="3758184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1480" y="3794760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Better for complex chains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89120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425696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Configurability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5760" y="4389120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21480" y="4425696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Max iterations slider (3–25)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85760" y="4389120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31480" y="4425696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Automatic per intent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020056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056632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Best for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75760" y="5020056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21480" y="5056632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Exploratory / conversational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85760" y="5020056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1480" y="5056632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Repeatable / structured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650992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687568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Context management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75760" y="5650992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21480" y="5687568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History summarization at 12 msgs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85760" y="5650992"/>
            <a:ext cx="3810000" cy="630936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31480" y="5687568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State graph accumulation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6281928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6318504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Transparency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75760" y="6281928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21480" y="6318504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Tool names + input preview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85760" y="6281928"/>
            <a:ext cx="381000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31480" y="6318504"/>
            <a:ext cx="371856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Full node output map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10 Improvements: Decision Support → Decision Execution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3810000" cy="5257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37185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6" name="Rectangle 5"/>
          <p:cNvSpPr/>
          <p:nvPr/>
        </p:nvSpPr>
        <p:spPr>
          <a:xfrm>
            <a:off x="4175760" y="1234440"/>
            <a:ext cx="3810000" cy="5257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21480" y="1280160"/>
            <a:ext cx="37185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985760" y="1234440"/>
            <a:ext cx="3810000" cy="5257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31480" y="1280160"/>
            <a:ext cx="37185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6022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7967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75760" y="176022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1480" y="17967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Decision Memory &amp; Learning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5760" y="176022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1480" y="17967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Recalibrate elasticity from actual outcomes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8600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3225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5760" y="228600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1480" y="23225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Alert Triage Queue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5760" y="228600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31480" y="23225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Proactively surface top 5 revenue-at-risk decisions daily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81178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8483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75760" y="281178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21480" y="28483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Cross-Category Elasticity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85760" y="281178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1480" y="28483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Huggies price up → store-brand diapers up 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33756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3741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75760" y="333756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1480" y="33741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Probabilistic Outcome Trees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85760" y="333756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31480" y="33741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40% revenue up / 35% flat / 25% down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86334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8999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75760" y="386334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21480" y="38999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NL ERP Execution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85760" y="386334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31480" y="38999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One-click: AI recommendation → SAP PO creation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38912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44256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75760" y="438912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21480" y="44256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Multi-Horizon Planning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85760" y="438912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31480" y="44256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2W operational / 8W tactical / 26W strategic simultaneous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91490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9514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75760" y="491490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21480" y="49514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Stakeholder-Specific Framing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85760" y="491490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31480" y="49514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Same analysis reframed for Buyer vs CFO vs Category Mgr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44068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4772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75760" y="544068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21480" y="54772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What-If Branching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85760" y="544068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31480" y="54772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Named scenario versions with rollback capability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96646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60030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75760" y="596646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21480" y="60030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Competitor Move Simulation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85760" y="596646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31480" y="60030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Costco drops 15% → AI recommends counter-strategy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49224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288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75760" y="649224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21480" y="65288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Executive Summary Auto-Gen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85760" y="649224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31480" y="65288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1-page brief auto-generated for steering committee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Macro → Micro: How Every Decision Ripples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The AI reasons through all six layers simultaneously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61872"/>
            <a:ext cx="2286000" cy="6400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990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TRIGGER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261872"/>
            <a:ext cx="9144000" cy="640080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39903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Price change / Supply event / Demand shift / Tariff / Seasonal / Competitive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562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757D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47672"/>
            <a:ext cx="2286000" cy="6400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848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DEMAND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947672"/>
            <a:ext cx="9144000" cy="640080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08483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Elasticity-adjusted volume · Promotional uplift · Forecast accuracy applied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5420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757D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33472"/>
            <a:ext cx="2286000" cy="64008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706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INVENTORY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633472"/>
            <a:ext cx="9144000" cy="640080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277063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Reorder points · Safety stock · Perishable cap · Planogram capacity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2278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757D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19272"/>
            <a:ext cx="2286000" cy="6400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564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SUPPLY CHAIN IMPACT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3319272"/>
            <a:ext cx="9144000" cy="640080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345643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Carrier capacity · Regional coverage gaps · Lead time risk (+30% late)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9136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757D"/>
                </a:solidFill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005072"/>
            <a:ext cx="2286000" cy="6400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1422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FINANCIAL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4005072"/>
            <a:ext cx="9144000" cy="640080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34640" y="414223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Revenue × Margin × Vendor trade netting × VMI exclusion × Carrying cost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5994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757D"/>
                </a:solidFill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90872"/>
            <a:ext cx="2286000" cy="6400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8280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RANKED RECOMMENDATION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4690872"/>
            <a:ext cx="9144000" cy="640080"/>
          </a:xfrm>
          <a:prstGeom prst="rect">
            <a:avLst/>
          </a:prstGeom>
          <a:solidFill>
            <a:srgbClr val="F8F9FA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482803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3 options: Proceed / Modify / Defer — with quantified trade-offs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Numbers Every Specialist Should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</a:rPr>
              <a:t>Hard constraints and parameters baked into every tool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810000" cy="5257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37185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75760" y="1234440"/>
            <a:ext cx="3810000" cy="5257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1480" y="1280160"/>
            <a:ext cx="37185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985760" y="1234440"/>
            <a:ext cx="3810000" cy="52578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1480" y="1280160"/>
            <a:ext cx="37185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6022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967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Diaper price elasticity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5760" y="176022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1480" y="17967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-1.4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5760" y="176022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1480" y="17967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10% price hike → 14% volume drop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8600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3225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Diaper recovery factor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5760" y="228600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1480" y="23225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0.70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85760" y="228600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1480" y="23225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Price cuts only recover 70% of lost 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81178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8483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Tobacco recovery factor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75760" y="281178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1480" y="28483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0.40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85760" y="281178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1480" y="28483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Very sticky — promotions don't move volume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3756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741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Dairy max days-of-supply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75760" y="333756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1480" y="33741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3 days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85760" y="333756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1480" y="33741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Hard cap — no exceptions regardless of signal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86334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8999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VMI share (Milk)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5760" y="386334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21480" y="38999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85760" y="386334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31480" y="38999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30% of milk inventory owned by vendor — excluded from cost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38912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4256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Replenishment lag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75760" y="438912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21480" y="44256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3–4 days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85760" y="438912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1480" y="442569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Order today = earliest shelves in 4 days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91490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9514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Late delivery probability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75760" y="491490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21480" y="49514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30%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85760" y="491490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31480" y="495147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30% chance of +3 extra days on top of base lag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44068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4772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Forecast accuracy gate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75760" y="544068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21480" y="54772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60%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85760" y="544068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31480" y="547725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Below this: forecast blocked from entering PO system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596646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0030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TruckCo D premium (SE diapers)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75760" y="596646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21480" y="60030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+45%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85760" y="5966460"/>
            <a:ext cx="3810000" cy="525780"/>
          </a:xfrm>
          <a:prstGeom prst="rect">
            <a:avLst/>
          </a:prstGeom>
          <a:solidFill>
            <a:srgbClr val="F0F4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31480" y="600303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Only alternate carrier in SE region for diapers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649224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65288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Annual carrying rate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75760" y="649224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21480" y="65288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25%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85760" y="6492240"/>
            <a:ext cx="3810000" cy="5257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031480" y="6528816"/>
            <a:ext cx="3718560" cy="47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Cost of holding inventory for one year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4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DD8E6"/>
                </a:solidFill>
              </a:rPr>
              <a:t>🌐  retail-supply-chain-ai-hp2hz8kf9cjqfkr82wogkt.streamlit.app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DD8E6"/>
                </a:solidFill>
              </a:rPr>
              <a:t>GitHub:  github.com/Krishhs89/retail-supply-chain-ai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E5FF"/>
                </a:solidFill>
              </a:rPr>
              <a:t>Built with  Claude claude-sonnet-4-6  ·  LangGraph  ·  Streamlit  ·  Python 3.13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99C0D8"/>
                </a:solidFill>
              </a:rPr>
              <a:t>Interview Kickstart — Agentic AI Capstone Project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